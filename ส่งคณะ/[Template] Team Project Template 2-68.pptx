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7D38"/>
    <a:srgbClr val="FBA374"/>
    <a:srgbClr val="FEEADE"/>
    <a:srgbClr val="CEF2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0" d="100"/>
          <a:sy n="40" d="100"/>
        </p:scale>
        <p:origin x="200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1F2E0-23EC-4CD2-AC4A-8C8AF9EA3D7E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E3F52-5F4D-4D80-B488-F54E4A65F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414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1F2E0-23EC-4CD2-AC4A-8C8AF9EA3D7E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E3F52-5F4D-4D80-B488-F54E4A65F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728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1F2E0-23EC-4CD2-AC4A-8C8AF9EA3D7E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E3F52-5F4D-4D80-B488-F54E4A65F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864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1F2E0-23EC-4CD2-AC4A-8C8AF9EA3D7E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E3F52-5F4D-4D80-B488-F54E4A65F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517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1F2E0-23EC-4CD2-AC4A-8C8AF9EA3D7E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E3F52-5F4D-4D80-B488-F54E4A65F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94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1F2E0-23EC-4CD2-AC4A-8C8AF9EA3D7E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E3F52-5F4D-4D80-B488-F54E4A65F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479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1F2E0-23EC-4CD2-AC4A-8C8AF9EA3D7E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E3F52-5F4D-4D80-B488-F54E4A65F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97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1F2E0-23EC-4CD2-AC4A-8C8AF9EA3D7E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E3F52-5F4D-4D80-B488-F54E4A65F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67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1F2E0-23EC-4CD2-AC4A-8C8AF9EA3D7E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E3F52-5F4D-4D80-B488-F54E4A65F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309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1F2E0-23EC-4CD2-AC4A-8C8AF9EA3D7E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E3F52-5F4D-4D80-B488-F54E4A65F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602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1F2E0-23EC-4CD2-AC4A-8C8AF9EA3D7E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E3F52-5F4D-4D80-B488-F54E4A65F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468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41F2E0-23EC-4CD2-AC4A-8C8AF9EA3D7E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7E3F52-5F4D-4D80-B488-F54E4A65F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96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178529EF-2CC4-4AA3-C0D4-60991CEF19E4}"/>
              </a:ext>
            </a:extLst>
          </p:cNvPr>
          <p:cNvSpPr/>
          <p:nvPr/>
        </p:nvSpPr>
        <p:spPr>
          <a:xfrm>
            <a:off x="3603207" y="3028577"/>
            <a:ext cx="2514600" cy="37347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8B21B6F5-2187-0D08-1BCB-96D693EE2DA6}"/>
              </a:ext>
            </a:extLst>
          </p:cNvPr>
          <p:cNvSpPr txBox="1"/>
          <p:nvPr/>
        </p:nvSpPr>
        <p:spPr>
          <a:xfrm>
            <a:off x="389103" y="3768398"/>
            <a:ext cx="2296111" cy="2571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2099"/>
              </a:lnSpc>
            </a:pPr>
            <a:r>
              <a:rPr sz="1750" spc="15" dirty="0">
                <a:latin typeface="Arial"/>
                <a:cs typeface="Arial"/>
              </a:rPr>
              <a:t>T</a:t>
            </a:r>
            <a:r>
              <a:rPr lang="en-US" sz="1750" spc="15" dirty="0">
                <a:latin typeface="Arial"/>
                <a:cs typeface="Arial"/>
              </a:rPr>
              <a:t>here</a:t>
            </a:r>
            <a:r>
              <a:rPr lang="en-US" sz="1750" dirty="0">
                <a:latin typeface="Arial"/>
                <a:cs typeface="Arial"/>
              </a:rPr>
              <a:t> </a:t>
            </a:r>
            <a:r>
              <a:rPr lang="en-US" sz="1750" spc="155" dirty="0">
                <a:latin typeface="Arial"/>
                <a:cs typeface="Arial"/>
              </a:rPr>
              <a:t> </a:t>
            </a:r>
            <a:r>
              <a:rPr lang="en-US" sz="1750" spc="15" dirty="0">
                <a:latin typeface="Arial"/>
                <a:cs typeface="Arial"/>
              </a:rPr>
              <a:t>a</a:t>
            </a:r>
            <a:endParaRPr sz="1750" dirty="0">
              <a:latin typeface="Arial"/>
              <a:cs typeface="Arial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385611E7-CC9A-AF96-2C9D-A1C1A154C6DF}"/>
              </a:ext>
            </a:extLst>
          </p:cNvPr>
          <p:cNvSpPr/>
          <p:nvPr/>
        </p:nvSpPr>
        <p:spPr>
          <a:xfrm>
            <a:off x="1" y="11916148"/>
            <a:ext cx="9601200" cy="885190"/>
          </a:xfrm>
          <a:custGeom>
            <a:avLst/>
            <a:gdLst/>
            <a:ahLst/>
            <a:cxnLst/>
            <a:rect l="l" t="t" r="r" b="b"/>
            <a:pathLst>
              <a:path w="14073505" h="885190">
                <a:moveTo>
                  <a:pt x="0" y="884580"/>
                </a:moveTo>
                <a:lnTo>
                  <a:pt x="14073295" y="884580"/>
                </a:lnTo>
                <a:lnTo>
                  <a:pt x="14073295" y="0"/>
                </a:lnTo>
                <a:lnTo>
                  <a:pt x="0" y="0"/>
                </a:lnTo>
                <a:lnTo>
                  <a:pt x="0" y="884580"/>
                </a:lnTo>
              </a:path>
            </a:pathLst>
          </a:custGeom>
          <a:solidFill>
            <a:srgbClr val="FBA3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663BCE35-9421-1B4F-B6FF-9DBB92788712}"/>
              </a:ext>
            </a:extLst>
          </p:cNvPr>
          <p:cNvSpPr/>
          <p:nvPr/>
        </p:nvSpPr>
        <p:spPr>
          <a:xfrm>
            <a:off x="425" y="2570582"/>
            <a:ext cx="9601200" cy="79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59423F62-33E5-737B-A3C9-289FE8C2099A}"/>
              </a:ext>
            </a:extLst>
          </p:cNvPr>
          <p:cNvSpPr/>
          <p:nvPr/>
        </p:nvSpPr>
        <p:spPr>
          <a:xfrm>
            <a:off x="834377" y="3037774"/>
            <a:ext cx="1941906" cy="4535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A69492CA-3CE8-428A-CD25-09C3EB7ED0F1}"/>
              </a:ext>
            </a:extLst>
          </p:cNvPr>
          <p:cNvSpPr/>
          <p:nvPr/>
        </p:nvSpPr>
        <p:spPr>
          <a:xfrm>
            <a:off x="1617084" y="7955934"/>
            <a:ext cx="2199749" cy="4535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3ACD84E6-5889-82D8-E3A2-B65CAB24EB86}"/>
              </a:ext>
            </a:extLst>
          </p:cNvPr>
          <p:cNvSpPr/>
          <p:nvPr/>
        </p:nvSpPr>
        <p:spPr>
          <a:xfrm>
            <a:off x="6807200" y="3028577"/>
            <a:ext cx="1956373" cy="45611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C8E51BF5-7983-D8D5-84A6-2BEA0E5E6656}"/>
              </a:ext>
            </a:extLst>
          </p:cNvPr>
          <p:cNvSpPr/>
          <p:nvPr/>
        </p:nvSpPr>
        <p:spPr>
          <a:xfrm>
            <a:off x="6683230" y="7172902"/>
            <a:ext cx="1956373" cy="45611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3D28850A-9F52-A6C4-6166-26A6B38762BE}"/>
              </a:ext>
            </a:extLst>
          </p:cNvPr>
          <p:cNvSpPr/>
          <p:nvPr/>
        </p:nvSpPr>
        <p:spPr>
          <a:xfrm>
            <a:off x="130627" y="12162455"/>
            <a:ext cx="1956373" cy="45611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6">
            <a:extLst>
              <a:ext uri="{FF2B5EF4-FFF2-40B4-BE49-F238E27FC236}">
                <a16:creationId xmlns:a16="http://schemas.microsoft.com/office/drawing/2014/main" id="{11E02672-5339-D63D-A9C7-9F6E9C4609BA}"/>
              </a:ext>
            </a:extLst>
          </p:cNvPr>
          <p:cNvSpPr/>
          <p:nvPr/>
        </p:nvSpPr>
        <p:spPr>
          <a:xfrm>
            <a:off x="394426" y="9507051"/>
            <a:ext cx="1672150" cy="38548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7">
            <a:extLst>
              <a:ext uri="{FF2B5EF4-FFF2-40B4-BE49-F238E27FC236}">
                <a16:creationId xmlns:a16="http://schemas.microsoft.com/office/drawing/2014/main" id="{2280676D-482B-09A4-40D1-81F36B61C79F}"/>
              </a:ext>
            </a:extLst>
          </p:cNvPr>
          <p:cNvSpPr/>
          <p:nvPr/>
        </p:nvSpPr>
        <p:spPr>
          <a:xfrm>
            <a:off x="3258031" y="9508093"/>
            <a:ext cx="1709592" cy="38038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8">
            <a:extLst>
              <a:ext uri="{FF2B5EF4-FFF2-40B4-BE49-F238E27FC236}">
                <a16:creationId xmlns:a16="http://schemas.microsoft.com/office/drawing/2014/main" id="{EA0E2477-2458-1562-64BA-31BC1F545738}"/>
              </a:ext>
            </a:extLst>
          </p:cNvPr>
          <p:cNvSpPr/>
          <p:nvPr/>
        </p:nvSpPr>
        <p:spPr>
          <a:xfrm>
            <a:off x="6185415" y="9934336"/>
            <a:ext cx="2952004" cy="45696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0">
            <a:extLst>
              <a:ext uri="{FF2B5EF4-FFF2-40B4-BE49-F238E27FC236}">
                <a16:creationId xmlns:a16="http://schemas.microsoft.com/office/drawing/2014/main" id="{ED88F24F-9AED-9763-DC25-EC236A55041D}"/>
              </a:ext>
            </a:extLst>
          </p:cNvPr>
          <p:cNvSpPr/>
          <p:nvPr/>
        </p:nvSpPr>
        <p:spPr>
          <a:xfrm>
            <a:off x="807130" y="5868739"/>
            <a:ext cx="1878084" cy="45356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1">
            <a:extLst>
              <a:ext uri="{FF2B5EF4-FFF2-40B4-BE49-F238E27FC236}">
                <a16:creationId xmlns:a16="http://schemas.microsoft.com/office/drawing/2014/main" id="{195FC41F-A63C-2D6D-CBB5-5AA284A39E98}"/>
              </a:ext>
            </a:extLst>
          </p:cNvPr>
          <p:cNvSpPr txBox="1"/>
          <p:nvPr/>
        </p:nvSpPr>
        <p:spPr>
          <a:xfrm>
            <a:off x="2316894" y="1137003"/>
            <a:ext cx="4669923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370"/>
              </a:lnSpc>
            </a:pPr>
            <a:r>
              <a:rPr lang="en-US" sz="2000" dirty="0">
                <a:latin typeface="Arial"/>
                <a:cs typeface="Arial"/>
              </a:rPr>
              <a:t>Name-Surname of Member </a:t>
            </a:r>
          </a:p>
          <a:p>
            <a:pPr algn="ctr">
              <a:lnSpc>
                <a:spcPts val="2370"/>
              </a:lnSpc>
            </a:pPr>
            <a:r>
              <a:rPr lang="en-US" sz="2000" dirty="0">
                <a:latin typeface="Arial"/>
                <a:cs typeface="Arial"/>
              </a:rPr>
              <a:t>and Student ID.</a:t>
            </a:r>
          </a:p>
        </p:txBody>
      </p:sp>
      <p:sp>
        <p:nvSpPr>
          <p:cNvPr id="24" name="object 32">
            <a:extLst>
              <a:ext uri="{FF2B5EF4-FFF2-40B4-BE49-F238E27FC236}">
                <a16:creationId xmlns:a16="http://schemas.microsoft.com/office/drawing/2014/main" id="{55D136C7-EB39-C162-8D47-7E9D65B4FD5E}"/>
              </a:ext>
            </a:extLst>
          </p:cNvPr>
          <p:cNvSpPr txBox="1"/>
          <p:nvPr/>
        </p:nvSpPr>
        <p:spPr>
          <a:xfrm>
            <a:off x="3648234" y="4636753"/>
            <a:ext cx="243558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2740" marR="5080" indent="-1590675" algn="ctr">
              <a:lnSpc>
                <a:spcPct val="100000"/>
              </a:lnSpc>
            </a:pPr>
            <a:r>
              <a:rPr sz="1500" spc="-5" dirty="0">
                <a:latin typeface="Arial"/>
                <a:cs typeface="Arial"/>
              </a:rPr>
              <a:t>F</a:t>
            </a:r>
            <a:r>
              <a:rPr sz="1500" dirty="0">
                <a:latin typeface="Arial"/>
                <a:cs typeface="Arial"/>
              </a:rPr>
              <a:t>i</a:t>
            </a:r>
            <a:r>
              <a:rPr sz="1500" spc="-5" dirty="0">
                <a:latin typeface="Arial"/>
                <a:cs typeface="Arial"/>
              </a:rPr>
              <a:t>g</a:t>
            </a:r>
            <a:r>
              <a:rPr sz="1500" dirty="0">
                <a:latin typeface="Arial"/>
                <a:cs typeface="Arial"/>
              </a:rPr>
              <a:t>-1:</a:t>
            </a:r>
          </a:p>
        </p:txBody>
      </p:sp>
      <p:sp>
        <p:nvSpPr>
          <p:cNvPr id="26" name="object 21">
            <a:extLst>
              <a:ext uri="{FF2B5EF4-FFF2-40B4-BE49-F238E27FC236}">
                <a16:creationId xmlns:a16="http://schemas.microsoft.com/office/drawing/2014/main" id="{B69D3E5C-3044-9E1B-DD08-637DB2D1954C}"/>
              </a:ext>
            </a:extLst>
          </p:cNvPr>
          <p:cNvSpPr txBox="1"/>
          <p:nvPr/>
        </p:nvSpPr>
        <p:spPr>
          <a:xfrm>
            <a:off x="-1" y="245873"/>
            <a:ext cx="96012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8270" algn="ctr">
              <a:lnSpc>
                <a:spcPct val="100000"/>
              </a:lnSpc>
            </a:pPr>
            <a:r>
              <a:rPr lang="en-US" sz="3200" dirty="0">
                <a:latin typeface="Arial"/>
                <a:cs typeface="Arial"/>
              </a:rPr>
              <a:t>Team Project TITLE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28" name="object 21">
            <a:extLst>
              <a:ext uri="{FF2B5EF4-FFF2-40B4-BE49-F238E27FC236}">
                <a16:creationId xmlns:a16="http://schemas.microsoft.com/office/drawing/2014/main" id="{4C28DAF4-7380-27A5-4F12-0DC94D010A33}"/>
              </a:ext>
            </a:extLst>
          </p:cNvPr>
          <p:cNvSpPr txBox="1"/>
          <p:nvPr/>
        </p:nvSpPr>
        <p:spPr>
          <a:xfrm>
            <a:off x="-50405" y="2111691"/>
            <a:ext cx="9492062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370"/>
              </a:lnSpc>
            </a:pPr>
            <a:r>
              <a:rPr lang="en-US" sz="2000" dirty="0">
                <a:latin typeface="Arial"/>
                <a:cs typeface="Arial"/>
              </a:rPr>
              <a:t>Name-Surname of Advisor</a:t>
            </a:r>
          </a:p>
        </p:txBody>
      </p:sp>
      <p:pic>
        <p:nvPicPr>
          <p:cNvPr id="6" name="Picture 5" descr="A hexagon with black and orange text&#10;&#10;Description automatically generated">
            <a:extLst>
              <a:ext uri="{FF2B5EF4-FFF2-40B4-BE49-F238E27FC236}">
                <a16:creationId xmlns:a16="http://schemas.microsoft.com/office/drawing/2014/main" id="{8F8B2125-A084-4722-DAD6-DB31A75E7A1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43" y="36077"/>
            <a:ext cx="2198647" cy="2470657"/>
          </a:xfrm>
          <a:prstGeom prst="rect">
            <a:avLst/>
          </a:prstGeom>
        </p:spPr>
      </p:pic>
      <p:pic>
        <p:nvPicPr>
          <p:cNvPr id="10" name="Picture 9" descr="A black background with orange and blue letters&#10;&#10;Description automatically generated">
            <a:extLst>
              <a:ext uri="{FF2B5EF4-FFF2-40B4-BE49-F238E27FC236}">
                <a16:creationId xmlns:a16="http://schemas.microsoft.com/office/drawing/2014/main" id="{622A12FE-9872-E6C8-8294-1BA736D33ED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1731" y="12165389"/>
            <a:ext cx="1978214" cy="450250"/>
          </a:xfrm>
          <a:prstGeom prst="rect">
            <a:avLst/>
          </a:prstGeom>
        </p:spPr>
      </p:pic>
      <p:pic>
        <p:nvPicPr>
          <p:cNvPr id="4" name="Picture 3" descr="A logo for a company&#10;&#10;Description automatically generated">
            <a:extLst>
              <a:ext uri="{FF2B5EF4-FFF2-40B4-BE49-F238E27FC236}">
                <a16:creationId xmlns:a16="http://schemas.microsoft.com/office/drawing/2014/main" id="{1D8A35B7-6D1A-4E87-A120-E9ED44AE7D29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6" t="46961" r="2988" b="7634"/>
          <a:stretch/>
        </p:blipFill>
        <p:spPr>
          <a:xfrm>
            <a:off x="6683230" y="715600"/>
            <a:ext cx="2810808" cy="869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930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</TotalTime>
  <Words>18</Words>
  <Application>Microsoft Office PowerPoint</Application>
  <PresentationFormat>A3 Paper (297x420 mm)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Pinit Tanachaichoksirikun</dc:creator>
  <cp:lastModifiedBy>Natchanai Roongmuanpha</cp:lastModifiedBy>
  <cp:revision>6</cp:revision>
  <dcterms:created xsi:type="dcterms:W3CDTF">2024-02-06T09:08:39Z</dcterms:created>
  <dcterms:modified xsi:type="dcterms:W3CDTF">2026-02-27T03:04:57Z</dcterms:modified>
</cp:coreProperties>
</file>